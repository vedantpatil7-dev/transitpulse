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914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266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37160" cy="5143500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37160" cy="5143500"/>
          </a:xfrm>
          <a:prstGeom prst="rect">
            <a:avLst/>
          </a:prstGeom>
          <a:solidFill>
            <a:srgbClr val="03DAC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TRANSITPULSE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3DAC6"/>
                </a:solidFill>
              </a:rPr>
              <a:t>Next-Gen Metro Routing &amp; Commuter Flow Simulation Engine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</a:rPr>
              <a:t>Presented By: Vedant Patil | B.Sc. Computer Science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</a:rPr>
              <a:t>Tech Stack: Node.js • Express • SQLite3 • Glassmorphism UI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935" y="30099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Breaking Through Static Infrastructure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" y="1371600"/>
            <a:ext cx="4402455" cy="3457575"/>
          </a:xfrm>
          <a:prstGeom prst="round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F66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F6679"/>
                </a:solidFill>
              </a:rPr>
              <a:t>🚨 THE LEGACY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1935" y="1903095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9CA3AF"/>
                </a:solidFill>
              </a:rPr>
              <a:t>Modern municipal transit setups rely on rigid, static timetables. When an emergency breakdown, crowd spike, or maintenance gridlock hits a sector, the tracking frameworks fail to adapt dynamically. This leads to broken scheduling systems and high passenger congestion at platforms.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0" y="1237297"/>
            <a:ext cx="4402455" cy="3726180"/>
          </a:xfrm>
          <a:prstGeom prst="round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3DA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535" y="16535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DAC6"/>
                </a:solidFill>
              </a:rPr>
              <a:t>💡 THE TRANSITPULSE SOLUTION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92040" y="1903095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TransitPulse models the entire layout as an in-memory mathematical graph G=(V,E). Stations act as vector nodes while tracks act as directional weighted edges. The routing core runs dynamic calculations, recalculating alternative pathways instantly when modifications occur.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Mapping Real-World Infrastructure (Pune Metro Model)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B86FC"/>
                </a:solidFill>
              </a:rPr>
              <a:t>🟣 LINE 1 (PURPLE LINE)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BB86FC"/>
                </a:solidFill>
              </a:rPr>
              <a:t>PCMC Hub ➔ Bhosari ➔ Khadki ➔ Shivajinagar ➔ Swargate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DAC6"/>
                </a:solidFill>
              </a:rPr>
              <a:t>🩵 LINE 2 (AQUA LINE)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3DAC6"/>
                </a:solidFill>
              </a:rPr>
              <a:t>Vanaz Depot ➔ Nal Stop ➔ Garware College ➔ Pune Station ➔ Kalyani Nagar ➔ Ramwadi Terminal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3352800"/>
            <a:ext cx="8991600" cy="164592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52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🔄 THE HEART: DISTRICT COURT INTERCHANGE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43840" y="39014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9CA3AF"/>
                </a:solidFill>
              </a:rPr>
              <a:t>Both lines intersect at a centralized graph hub matrix. This structure forces Dijkstra's path calculation algorithm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9CA3AF"/>
                </a:solidFill>
              </a:rPr>
              <a:t> to automatically route commuters across line changes, dynamically computing complex physical cross-platform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9CA3AF"/>
                </a:solidFill>
              </a:rPr>
              <a:t> journeys throughout the city map.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Intelligent Passenger UI Portal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Interactive Dropdown Selections matching live database station rows.</a:t>
            </a: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Automated Vector Processing running Dijkstra's engine in under 2ms.</a:t>
            </a: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Delivers crystal clear output feedback highlighting track distance (KM) and precise duration weights (Mins).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217920" y="1645920"/>
            <a:ext cx="4937760" cy="3840480"/>
          </a:xfrm>
          <a:prstGeom prst="rect">
            <a:avLst/>
          </a:prstGeom>
          <a:solidFill>
            <a:srgbClr val="1A1D29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32004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[ PLACEHOLDER: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Insert Commuter Route Screenshot Here ]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444CD2-461B-A515-EB82-E66C8537D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425" y="1645920"/>
            <a:ext cx="508825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Enterprise Administrative Controls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0" y="118872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Isolated Architecture: Control systems reside on a distinct independent web viewport.</a:t>
            </a: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Token Authentication Gate protects backend API systems from unauthorized public data requests.</a:t>
            </a: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Network Kill-Switch Simulator allows control operators to flag tracks as active or blocked with a click.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4754880" cy="3840480"/>
          </a:xfrm>
          <a:prstGeom prst="rect">
            <a:avLst/>
          </a:prstGeom>
          <a:solidFill>
            <a:srgbClr val="1A1D29"/>
          </a:solidFill>
          <a:ln w="25400">
            <a:solidFill>
              <a:srgbClr val="BB86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[ PLACEHOLDER: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Insert Admin Control Center Screenshot Here ]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AA4ECB-4189-C2C4-5058-0DE4ACE50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Real-Time Emergency Rerouting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937760" cy="2743200"/>
          </a:xfrm>
          <a:prstGeom prst="rect">
            <a:avLst/>
          </a:prstGeom>
          <a:solidFill>
            <a:srgbClr val="1A1D2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60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</a:rPr>
              <a:t>[ SCREENSHOT A: Normal Route Choice 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0" y="1371600"/>
            <a:ext cx="4937760" cy="2743200"/>
          </a:xfrm>
          <a:prstGeom prst="rect">
            <a:avLst/>
          </a:prstGeom>
          <a:solidFill>
            <a:srgbClr val="1A1D29"/>
          </a:solidFill>
          <a:ln w="12700">
            <a:solidFill>
              <a:srgbClr val="CF66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0" y="2560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</a:rPr>
              <a:t>[ SCREENSHOT B: Detour After Admin Track Block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95725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1. Normal Flow: Engine computes shortest path straight down the main sector line.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2. Incident Trigger: Admin blocks an active track node, assigning its graph weight value to Infinity (∞).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3. Immediate Recovery: The very next path request shifts around the blocked track automatically.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Strategic Smart City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1303020"/>
            <a:ext cx="3291840" cy="3840480"/>
          </a:xfrm>
          <a:prstGeom prst="round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DAC6"/>
                </a:solidFill>
              </a:rPr>
              <a:t>⚡ Peak Optimization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" y="1564005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</a:rPr>
              <a:t>Prevents dangerous passenger pileups on physical transit platforms by actively recalculating ticket entry paths before tokens are issued.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17570" y="1303020"/>
            <a:ext cx="2926080" cy="3840480"/>
          </a:xfrm>
          <a:prstGeom prst="round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0045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B86FC"/>
                </a:solidFill>
              </a:rPr>
              <a:t>🔒 System Security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</a:rPr>
              <a:t>Complete architectural separation between passenger layouts and operational master databases protects critical civic management data channels.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69380" y="1303020"/>
            <a:ext cx="2731770" cy="3840480"/>
          </a:xfrm>
          <a:prstGeom prst="round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52653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🚀 True Scalability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26530" y="1628775"/>
            <a:ext cx="261747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</a:rPr>
              <a:t>The modular Express API and normalized SQLite database structure allow developers to scale up to hundreds of additional stations smoothly.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System Fully Operational.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108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3DAC6"/>
                </a:solidFill>
              </a:rPr>
              <a:t>TransitPulse Engine is compiled, connected, and running live.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CA3AF"/>
                </a:solidFill>
              </a:rPr>
              <a:t>Thank You! Open for Technical Evaluation &amp; Questions.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523</Words>
  <Application>Microsoft Office PowerPoint</Application>
  <PresentationFormat>On-screen Show (16:9)</PresentationFormat>
  <Paragraphs>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Vedant Patil</cp:lastModifiedBy>
  <cp:revision>2</cp:revision>
  <dcterms:created xsi:type="dcterms:W3CDTF">2026-07-13T06:20:49Z</dcterms:created>
  <dcterms:modified xsi:type="dcterms:W3CDTF">2026-07-13T06:35:54Z</dcterms:modified>
</cp:coreProperties>
</file>